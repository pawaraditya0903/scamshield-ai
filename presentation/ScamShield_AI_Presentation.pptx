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ScamShield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Selected Domain: AI Agents | Cybersecurity | FinTech</a:t>
            </a:r>
          </a:p>
          <a:p>
            <a:endParaRPr/>
          </a:p>
          <a:p>
            <a:r>
              <a:t>Team Name: [Your Team Name]</a:t>
            </a:r>
          </a:p>
          <a:p>
            <a:r>
              <a:t>Team Members: [Member 1], [Member 2], [Member 3], [Member 4]</a:t>
            </a:r>
          </a:p>
          <a:p>
            <a:r>
              <a:t>[Your College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and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07534"/>
            <a:ext cx="8534400" cy="511863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Describe Idea: An AI-powered platform to instantly detect online scams before users fall victim.</a:t>
            </a:r>
          </a:p>
          <a:p>
            <a:r>
              <a:rPr dirty="0"/>
              <a:t>How is the problem approached: Users paste a suspicious SMS, link, or phone number. Our AI analyzes patterns, checks domains/reputations, and returns a Risk Score + Safety Tips.</a:t>
            </a:r>
          </a:p>
          <a:p>
            <a:r>
              <a:rPr dirty="0"/>
              <a:t>Why is this problem important: Cyber fraud in India is exploding (UPI scams, Digital Arrest, Phishing). People lost over ₹1,750 Cr in 2024 alone.</a:t>
            </a:r>
          </a:p>
          <a:p>
            <a:r>
              <a:rPr dirty="0"/>
              <a:t>Who is affected: The general public, especially senior citizens, students, and newly digital/UPI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 Used: HTML/CSS/JS (Frontend Web App), FastAPI + Python (Backend), Google Gemini AI API (NLP Analysis), Safe Browsing APIs.</a:t>
            </a:r>
          </a:p>
          <a:p>
            <a:r>
              <a:t>Process of Implementation: A user-friendly web interface connected securely to a Python REST API that runs logic and AI checks in real-time.</a:t>
            </a:r>
          </a:p>
          <a:p>
            <a:r>
              <a:t>Architecture Flow: User Input -&gt; Frontend UI -&gt; FastAPI -&gt; AI Engine &amp; Pattern Matching -&gt; Visual Risk Score Output.</a:t>
            </a:r>
          </a:p>
          <a:p>
            <a:r>
              <a:t>Key Features: Message Scanner (NLP-based scam detection), Link Checker, Phone Lookup reputation, and an AI Chatbot for instant scam queries.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Overall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Feasibility: Highly feasible. Uses accessible Cloud APIs (Gemini) and standard web technologies requiring zero hardware.</a:t>
            </a:r>
          </a:p>
          <a:p>
            <a:r>
              <a:t>Potential Challenges: Evolving scam patterns and potential false positives on legitimate messages.</a:t>
            </a:r>
          </a:p>
          <a:p>
            <a:r>
              <a:t>Strategies for Overcoming Challenges: Deploying continuous AI prompt tuning and multi-factor analysis (checking 8 distinct scam vectors to prevent false flags).</a:t>
            </a:r>
          </a:p>
          <a:p>
            <a:r>
              <a:t>Scalability &amp; Real-world application: Can easily scale into a Browser Extension or WhatsApp Bot to protect users exactly where they receive scams.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 on Target Audience: Protects vulnerable users by providing a simple tool to instantly verify digital safety, saving millions in potential fraud theft.</a:t>
            </a:r>
          </a:p>
          <a:p>
            <a:r>
              <a:t>Conclusion: ScamShield AI actively blocks the digital attack lifecycle by educating and alerting users before an action is taken.</a:t>
            </a:r>
          </a:p>
          <a:p>
            <a:r>
              <a:t>Future Enhancements: WhatsApp/Telegram Bot (forward to verify), multi-language support (Hindi, Tamil, etc.), API integrations for Banking apps.</a:t>
            </a:r>
          </a:p>
          <a:p>
            <a:r>
              <a:t>References: National Cybercrime Portal, CERT-IN Annual Reports, Google Safe Browsing Docs.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Let's make India scam-free.</a:t>
            </a:r>
          </a:p>
          <a:p>
            <a:endParaRPr/>
          </a:p>
          <a:p>
            <a:r>
              <a:t>Contact: [your-email@example.com]</a:t>
            </a:r>
          </a:p>
          <a:p>
            <a:r>
              <a:t>GitHub: github.com/your-repo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460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ScamShield AI</vt:lpstr>
      <vt:lpstr>Idea and Proposed Solution</vt:lpstr>
      <vt:lpstr>Technical Approach</vt:lpstr>
      <vt:lpstr>Feasibility and Overall Impact</vt:lpstr>
      <vt:lpstr>Conclusion and Future Enhancements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Pawar</cp:lastModifiedBy>
  <cp:revision>2</cp:revision>
  <dcterms:created xsi:type="dcterms:W3CDTF">2013-01-27T09:14:16Z</dcterms:created>
  <dcterms:modified xsi:type="dcterms:W3CDTF">2026-07-21T17:07:33Z</dcterms:modified>
  <cp:category/>
</cp:coreProperties>
</file>